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eb2c39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eb2c39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eb2c39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eb2c39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5eb2c39e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5eb2c39e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5eb2c39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5eb2c39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eb2c39e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5eb2c39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5eb2c39e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5eb2c39e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eb2c39e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eb2c39e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포인터 심화과정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APS </a:t>
            </a:r>
            <a:r>
              <a:rPr lang="ko"/>
              <a:t>김영빈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33200"/>
            <a:ext cx="8520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620"/>
              <a:t>포인터 기초 복습</a:t>
            </a:r>
            <a:endParaRPr sz="36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7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ko" sz="3800">
                <a:solidFill>
                  <a:schemeClr val="dk1"/>
                </a:solidFill>
              </a:rPr>
              <a:t>주소 연산자( &amp; )</a:t>
            </a:r>
            <a:br>
              <a:rPr lang="ko" sz="3800">
                <a:solidFill>
                  <a:schemeClr val="dk1"/>
                </a:solidFill>
              </a:rPr>
            </a:br>
            <a:r>
              <a:rPr lang="ko" sz="3800">
                <a:solidFill>
                  <a:schemeClr val="dk1"/>
                </a:solidFill>
              </a:rPr>
              <a:t>해당 변수의 주소값을 반환</a:t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ko" sz="3800">
                <a:solidFill>
                  <a:schemeClr val="dk1"/>
                </a:solidFill>
              </a:rPr>
              <a:t>참조 연산자( * )</a:t>
            </a:r>
            <a:br>
              <a:rPr lang="ko" sz="3800">
                <a:solidFill>
                  <a:schemeClr val="dk1"/>
                </a:solidFill>
              </a:rPr>
            </a:br>
            <a:r>
              <a:rPr lang="ko" sz="3800">
                <a:solidFill>
                  <a:schemeClr val="dk1"/>
                </a:solidFill>
              </a:rPr>
              <a:t>주소에 저장된 값을 반환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33200"/>
            <a:ext cx="8520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620"/>
              <a:t>포인터 연산과 자료형의 의미</a:t>
            </a:r>
            <a:endParaRPr sz="36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768900" y="1152475"/>
            <a:ext cx="3823200" cy="24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int *p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*p + 1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*(p+1)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592100" y="1152475"/>
            <a:ext cx="3389700" cy="24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char *p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*p + 1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*(p+1)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333200"/>
            <a:ext cx="8520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620"/>
              <a:t>포인터와 배열의 관계</a:t>
            </a:r>
            <a:endParaRPr sz="36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68900" y="1152475"/>
            <a:ext cx="3823200" cy="24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int arr[3]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arr == &amp;arr[0]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arr == &amp;arr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92100" y="1152475"/>
            <a:ext cx="3823200" cy="24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int arr[3]={1,2,3};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*arr == arr[0]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*(arr+1) == arr[1]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768900" y="1152475"/>
            <a:ext cx="6851100" cy="22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미션1. 반복문 내부에 [] 쓰지 않고 배열의 합 구하기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미션2. SWAP 함수 구현하기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333200"/>
            <a:ext cx="8520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620"/>
              <a:t>포인터와 문자열</a:t>
            </a:r>
            <a:endParaRPr sz="362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768900" y="1152475"/>
            <a:ext cx="3885300" cy="24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char *a = "hello";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char b[] = "hello";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a와 b는 같을까?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333200"/>
            <a:ext cx="8520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620"/>
              <a:t>포인터와 문자열</a:t>
            </a:r>
            <a:endParaRPr sz="362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768900" y="1152475"/>
            <a:ext cx="3974700" cy="37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int main(){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char a[10] = "hello";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char b[10] = "hello";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char *c = "hello";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char *d = "hello";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printf(a==b?"true\n":"false\n");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printf(c==d?"true\n":"false\n");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    printf(*c==*d?"true\n":"false\n");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printf("%d:%s | %d:%s\n",c,c,d,d);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4438650" y="1075100"/>
            <a:ext cx="39747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printf("a: %p b: %p\n", (void*)a, (void*)b);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printf("c: %p d: %p\n", (void*)c, (void*)d);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for (int i = 0; i &lt; 10; i++) printf("%d: %c / %02x\n", i, *(c+i), *(c+i));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printf("%p %p\n", "hello", c);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d+=3;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printf("%p %p\n", "hello", c);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 printf("%s %s",c,d);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768900" y="1152475"/>
            <a:ext cx="68511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3800">
                <a:solidFill>
                  <a:schemeClr val="dk1"/>
                </a:solidFill>
              </a:rPr>
              <a:t>미션3. 문자열 뒤집기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